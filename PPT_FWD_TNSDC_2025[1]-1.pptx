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65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RITHA K" userId="c053aef82024dc6f" providerId="LiveId" clId="{A83304B5-2F08-4648-A422-2AAF10703128}"/>
    <pc:docChg chg="custSel modSld">
      <pc:chgData name="SAMRITHA K" userId="c053aef82024dc6f" providerId="LiveId" clId="{A83304B5-2F08-4648-A422-2AAF10703128}" dt="2025-08-30T09:37:10.077" v="91" actId="20577"/>
      <pc:docMkLst>
        <pc:docMk/>
      </pc:docMkLst>
      <pc:sldChg chg="modSp mod">
        <pc:chgData name="SAMRITHA K" userId="c053aef82024dc6f" providerId="LiveId" clId="{A83304B5-2F08-4648-A422-2AAF10703128}" dt="2025-08-30T09:37:10.077" v="91" actId="20577"/>
        <pc:sldMkLst>
          <pc:docMk/>
          <pc:sldMk cId="0" sldId="256"/>
        </pc:sldMkLst>
        <pc:spChg chg="mod">
          <ac:chgData name="SAMRITHA K" userId="c053aef82024dc6f" providerId="LiveId" clId="{A83304B5-2F08-4648-A422-2AAF10703128}" dt="2025-08-30T09:37:10.077" v="91" actId="20577"/>
          <ac:spMkLst>
            <pc:docMk/>
            <pc:sldMk cId="0" sldId="256"/>
            <ac:spMk id="14" creationId="{D55ADE35-C35B-07C1-F5AA-C33B3DDB802E}"/>
          </ac:spMkLst>
        </pc:spChg>
      </pc:sldChg>
      <pc:sldChg chg="addSp delSp modSp mod">
        <pc:chgData name="SAMRITHA K" userId="c053aef82024dc6f" providerId="LiveId" clId="{A83304B5-2F08-4648-A422-2AAF10703128}" dt="2025-08-30T09:27:18.911" v="8" actId="1076"/>
        <pc:sldMkLst>
          <pc:docMk/>
          <pc:sldMk cId="0" sldId="263"/>
        </pc:sldMkLst>
        <pc:picChg chg="del">
          <ac:chgData name="SAMRITHA K" userId="c053aef82024dc6f" providerId="LiveId" clId="{A83304B5-2F08-4648-A422-2AAF10703128}" dt="2025-08-30T09:25:50.810" v="0" actId="478"/>
          <ac:picMkLst>
            <pc:docMk/>
            <pc:sldMk cId="0" sldId="263"/>
            <ac:picMk id="11" creationId="{EA49EC94-B5C3-A9AA-D799-21733677A4FA}"/>
          </ac:picMkLst>
        </pc:picChg>
        <pc:picChg chg="del">
          <ac:chgData name="SAMRITHA K" userId="c053aef82024dc6f" providerId="LiveId" clId="{A83304B5-2F08-4648-A422-2AAF10703128}" dt="2025-08-30T09:25:54.148" v="1" actId="478"/>
          <ac:picMkLst>
            <pc:docMk/>
            <pc:sldMk cId="0" sldId="263"/>
            <ac:picMk id="19" creationId="{64DCF1DA-93BE-8150-9ED1-05C76AF72D48}"/>
          </ac:picMkLst>
        </pc:picChg>
        <pc:picChg chg="add mod">
          <ac:chgData name="SAMRITHA K" userId="c053aef82024dc6f" providerId="LiveId" clId="{A83304B5-2F08-4648-A422-2AAF10703128}" dt="2025-08-30T09:27:18.911" v="8" actId="1076"/>
          <ac:picMkLst>
            <pc:docMk/>
            <pc:sldMk cId="0" sldId="263"/>
            <ac:picMk id="21" creationId="{32DB4997-2C14-022F-3C6B-8FD392325D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2554542" y="3314150"/>
            <a:ext cx="861060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Aptos Narrow" panose="020B0004020202020204" pitchFamily="34" charset="0"/>
              </a:rPr>
              <a:t>STUDENT NAME                         :  ARTHIEKA.K 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REGISTER NO AND NMID      :  2428C0174 and asbruaj2428c0174</a:t>
            </a:r>
            <a:endParaRPr lang="en-US" sz="2400" dirty="0">
              <a:latin typeface="Aptos Narrow" panose="020B0004020202020204" pitchFamily="34" charset="0"/>
              <a:cs typeface="Calibri"/>
            </a:endParaRPr>
          </a:p>
          <a:p>
            <a:r>
              <a:rPr lang="en-US" sz="2400" dirty="0">
                <a:latin typeface="Aptos Narrow" panose="020B0004020202020204" pitchFamily="34" charset="0"/>
              </a:rPr>
              <a:t>DEPARTMENT                              : ARTIFICIAL INTELLIGENT AND MACHINE LEARNING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COLLEGE: COLLEGE/ UNIVERSITY: A.V.P COLLEGE OF ARTS AND SCIENCE/BHARATHIYAR UNIVERSITY</a:t>
            </a:r>
          </a:p>
          <a:p>
            <a:r>
              <a:rPr lang="en-US" sz="2400" dirty="0">
                <a:latin typeface="Aptos Narrow" panose="020B0004020202020204" pitchFamily="34" charset="0"/>
              </a:rPr>
              <a:t>           </a:t>
            </a:r>
            <a:endParaRPr lang="en-IN" sz="2400" dirty="0"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9050" y="3432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F60342-A71F-D6A5-B10A-6A5FD29D1C86}"/>
              </a:ext>
            </a:extLst>
          </p:cNvPr>
          <p:cNvSpPr txBox="1"/>
          <p:nvPr/>
        </p:nvSpPr>
        <p:spPr>
          <a:xfrm>
            <a:off x="1752600" y="2133600"/>
            <a:ext cx="71288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PORTFOLIO WEBSITE USING HTML , CSS , 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F45DD-CDAC-2062-4150-C1536505B9A4}"/>
              </a:ext>
            </a:extLst>
          </p:cNvPr>
          <p:cNvSpPr txBox="1"/>
          <p:nvPr/>
        </p:nvSpPr>
        <p:spPr>
          <a:xfrm>
            <a:off x="1447800" y="1905000"/>
            <a:ext cx="563689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the digital era, students need a professional portfolio to showcase their skills, projects, and achievements effectively. Many students lack a structured way to present their work to recruiters and academic evaluators.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D384C-99E3-6E2E-43E8-F43D2A1040DC}"/>
              </a:ext>
            </a:extLst>
          </p:cNvPr>
          <p:cNvSpPr txBox="1"/>
          <p:nvPr/>
        </p:nvSpPr>
        <p:spPr>
          <a:xfrm>
            <a:off x="1371600" y="2019300"/>
            <a:ext cx="4953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project is a digital portfolio website designed using HTML, CSS, and JavaScript. It highlights personal information, achievements, skills, and contact details in an interactive format.		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3B2E3-F767-34A6-758C-2D68F65E0B0A}"/>
              </a:ext>
            </a:extLst>
          </p:cNvPr>
          <p:cNvSpPr txBox="1"/>
          <p:nvPr/>
        </p:nvSpPr>
        <p:spPr>
          <a:xfrm>
            <a:off x="1980247" y="1998714"/>
            <a:ext cx="3733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Professors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Mentors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seeking AI &amp; ML interns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1C858-FF33-B344-CCA7-40EA9C525E2F}"/>
              </a:ext>
            </a:extLst>
          </p:cNvPr>
          <p:cNvSpPr txBox="1"/>
          <p:nvPr/>
        </p:nvSpPr>
        <p:spPr>
          <a:xfrm>
            <a:off x="3581400" y="1905000"/>
            <a:ext cx="4724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(for backend integration)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(for hosting and version control)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 /PowerPoint (for design planning)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(for storing project data if extended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PORTFOLIO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986747-DD44-5E78-2116-1162699F80BD}"/>
              </a:ext>
            </a:extLst>
          </p:cNvPr>
          <p:cNvSpPr txBox="1"/>
          <p:nvPr/>
        </p:nvSpPr>
        <p:spPr>
          <a:xfrm>
            <a:off x="1295400" y="1295400"/>
            <a:ext cx="7315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portfolio is divided into sections: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About Me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Achievements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Skills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Contact Me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clean and minimal design with easy navigation has been used.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EF8F5-411F-C935-7F90-56123B59ACCA}"/>
              </a:ext>
            </a:extLst>
          </p:cNvPr>
          <p:cNvSpPr txBox="1"/>
          <p:nvPr/>
        </p:nvSpPr>
        <p:spPr>
          <a:xfrm>
            <a:off x="1295400" y="1905000"/>
            <a:ext cx="7620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navigation menu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sections for profile, skills, and projects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Contact form for inquiries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Responsive design for desktop and mobile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Hosted on GitHub Pages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23" y="1695451"/>
            <a:ext cx="4016477" cy="51625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2DB4997-2C14-022F-3C6B-8FD392325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28" y="-4916"/>
            <a:ext cx="41074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161962-D428-8502-57D5-62613D8CDDA1}"/>
              </a:ext>
            </a:extLst>
          </p:cNvPr>
          <p:cNvSpPr txBox="1"/>
          <p:nvPr/>
        </p:nvSpPr>
        <p:spPr>
          <a:xfrm>
            <a:off x="533400" y="1695450"/>
            <a:ext cx="7620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portfolio successfully demonstrates my academic journey, skills, and projects. It provides a professional platform for presenting my profile to recruiters and institutions.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</TotalTime>
  <Words>336</Words>
  <Application>Microsoft Office PowerPoint</Application>
  <PresentationFormat>Widescreen</PresentationFormat>
  <Paragraphs>66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 Narrow</vt:lpstr>
      <vt:lpstr>Arial</vt:lpstr>
      <vt:lpstr>Arial Black</vt:lpstr>
      <vt:lpstr>Calibri</vt:lpstr>
      <vt:lpstr>Roboto</vt:lpstr>
      <vt:lpstr>Times New Roman</vt:lpstr>
      <vt:lpstr>Trebuchet MS</vt:lpstr>
      <vt:lpstr>Office Theme</vt:lpstr>
      <vt:lpstr>Digital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  </dc:title>
  <dc:creator>Konduru Narasimha</dc:creator>
  <cp:lastModifiedBy>SAMRITHA K</cp:lastModifiedBy>
  <cp:revision>28</cp:revision>
  <dcterms:created xsi:type="dcterms:W3CDTF">2024-03-29T15:07:22Z</dcterms:created>
  <dcterms:modified xsi:type="dcterms:W3CDTF">2025-08-30T09:38:17Z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